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95" r:id="rId58"/>
    <p:sldId id="296" r:id="rId59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
  <Relationship Id="rId58" Type="http://schemas.openxmlformats.org/officeDocument/2006/relationships/slide" Target="slides/slide40.xml"/>
  <Relationship Id="rId59" Type="http://schemas.openxmlformats.org/officeDocument/2006/relationships/slide" Target="slides/slide41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arch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flow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إضافة تفاصيل أخرى مثل سير الصحابة رضوان الله عليهم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00" name="Screenshot 1" descr="The three layers of Bidaya: data, site and assistant, with their tes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195000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4200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بنية بداية: البيانات والموقع والمساعد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1258200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محتوى مراجَع، وموقع يعمل حتى إن توقف الخادم، ومساعد يجيب من المصادر فقط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10" name="Screenshot 1" descr="How Ask the map answers: five steps and three possible outcom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195000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4200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1258200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خمس خطوات من السؤال إلى الجواب، وثلاث نتائج ممكنة؛ والجواب في نحو سبع ثوانٍ ونصف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