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والأسئلة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نجمع مستفيدين بعد التحدي ونقيس فهمهم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من نصوص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Azure + 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حدث في مكانه مع نصه من الدرر ومصدره: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