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76" r:id="rId26"/>
    <p:sldId id="272" r:id="rId22"/>
    <p:sldId id="270" r:id="rId20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الثبات: أُعيدت الأسئلة الخمسون مرتين، فجاءت النتيجة نفسها في 47 منها بلا تعارض في المعلومات. كل سؤال وجوابه، وسجل الأخطاء وإصلاحها، في docs/evaluation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 أو امتناع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والأسئلة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مجاني بلا حساب،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نجمع مستفيدين بعد التحدي ونقيس فهمهم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سجل جديد يعتمده مسؤول المحتوى قبل نشره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55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64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 في 2,905 من نصوص المصادر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terms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Details: backend/README.md · docs/SOURCES_AND_LICENSES.md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لمساعد الذكاء الاصطناعي عن غزوة بدر: جواب من الدرر السنية والرحيق المختوم مع روابطهما، وتنتقل الخريطة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قراءة صوتية للقصة وإعدادات للإتاحة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حدث في مكانه مع نصه من الدرر ومصدره: هنا رسائله ﷺ من المدينة إلى الملوك، والشخصيات، وخط زمني للأحداث الـ142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الجواب أو يلمس المكان على الخريطة، ثم يرى الشرح ونص الدرر ومصدره، وتُعلَّم الفصول المُجابة في شريط الفصول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الصعبة نفسها بتصحيح يدوي. التفاصيل في docs/evaluation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