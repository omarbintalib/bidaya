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81" r:id="rId31"/>
    <p:sldId id="279" r:id="rId29"/>
    <p:sldId id="276" r:id="rId26"/>
    <p:sldId id="272" r:id="rId22"/>
    <p:sldId id="287" r:id="rId50"/>
    <p:sldId id="270" r:id="rId20"/>
    <p:sldId id="283" r:id="rId33"/>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التحسن مقيس على مجموعة الأسئلة الستين نفسها قبل التعديل وبعده. ونذكر الحدود: الأجوبة تختلف بين المحاولات، والعربية بحروف لاتينية.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سجلات الآيات والأشخاص رُوجعت وتنتظر اعتماد مسؤول المحتوى، وحالة كل سجل مدوّنة في البيانات. ورواية القصة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ولا تنافسها؛ هي باب إليها: تعرض محتواها المعتمد مرتبًا على الخريطة، وكل جواب يحيل إلى مصدره ليكمل القارئ من الكتب.</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حدود معروفة: تختلف صياغة الجواب ومراجعه بين محاولتين، ويُرفض أحيانًا السؤال بالعربية المكتوبة بحروف لاتينية. كل سؤال وجوابه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فهم قبلي وبعدي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اعتماد سجلات الآيات والأشخاص من مسؤول المحتوى (5 من 192 معتمدة الآن)</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بالترتيب على الخريطة، تُروى خطوة بخطوة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لا تُغني عنها، بل تقرّبها للمبتدئ</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تحتاج وقتًا وخلفية لربط الأحداث بأماكنها وآياتها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يرى الحدث ومكانه وآياته، ويسأل بالعربية أو الإنجليزية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مختصر، وكل جواب يحيل إلى مصدره في الكتب</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0.10 دولار لكل مليون رمز مُدخل و0.50 للمُخرج: أقل من سنت للسؤال (تقدير)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ما يلزم لاستمرار بداية بعد التحدي: التكلفة، والبديل عند التعطل، والمسؤول</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الأسعار المعلنة لدى Modal و OpenAI في أكتوبر 2026، وتكلفة السؤال تقديرية</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