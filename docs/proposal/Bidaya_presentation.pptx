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1715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1715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1715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77152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77152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77152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3714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3714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3714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 من 6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محدود؛ الردود منشورة في مستودع المشروع، وهدفنا عدد أكبر بكثير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