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قبله 2.8 · اختبار محدود مع 10 أشخاص فقط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الثبات: أُعيدت الأسئلة الخمسون مرتين، فجاءت النتيجة نفسها في 47 منها بلا تعارض في المعلومات. كل سؤال وجوابه، وسجل الأخطاء وإصلاحها، في docs/evaluation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 أو امتناع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مجاني بلا حساب،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محدود مع 10؛ هدفنا الوصول إلى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سجل جديد يعتمده مسؤول المحتوى قبل نشره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من نصوص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لمساعد الذكاء الاصطناعي عن غزوة بدر: جواب من الدرر السنية والرحيق المختوم مع روابطهما، وتنتقل الخريطة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الأحداث في أماكنها مع نصوصها من الدرر ومصادرها: هنا رسائله ﷺ من المدينة إلى الملوك، والشخصيات، وخط زمني للأحداث الـ142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الجواب أو يلمس المكان على الخريطة، ثم يرى الشرح ونص الدرر ومصدره، وتُعلَّم الفصول المُجابة في شريط الفصول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