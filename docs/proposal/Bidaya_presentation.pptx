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0" r:id="rId30"/>
    <p:sldId id="279" r:id="rId29"/>
    <p:sldId id="276" r:id="rId26"/>
    <p:sldId id="272" r:id="rId22"/>
    <p:sldId id="287" r:id="rId50"/>
    <p:sldId id="270" r:id="rId20"/>
    <p:sldId id="283" r:id="rId3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<Relationship Id="rId50" Type="http://schemas.openxmlformats.org/officeDocument/2006/relationships/slide" Target="slides/slide3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بداية: خريطة تفاعلية تروي السيرة النبوية في الزمان والمكان، مع مساعد ذكي يجيب من المصادر. المسار الثالث.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المستفيد: غير المسلمين والمسلمين الجدد. السيرة مدخل واضح للإسلام، لكنها متفرقة.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النتائج قابلة للتحقق: كل سؤال وجوابه منشور في مستودع المشروع.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نلتزم مستويات المحتوى في المرجعية العلمية: جواب موثق، ذكر الخلاف، والإحالة في الفتوى.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كل ما سبق يعمل الآن على الموقع الحي. الخطة مقترحة: التكلفة الأساسية هي أسئلة النموذج اللغوي والمعالج عند الطلب فقط، ورواية القصة كاملة صوتياً بالعربية قيد التطوير (الإنجليزية متاحة الآن).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فريق من ثلاثة أعضاء يغطي التقنية والمحتوى والاختبار.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التقنيات: نموذجان مفتوحان للبحث (bge-m3 ومعيد الترتيب)، ونموذج لغوي للفهم والصياغة، وتحويل النص إلى كلام لرواية القصة كاملة بالإنجليزية (العربية قيد التطوير)، وموقع وخادم مستضافان.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آلية العمل: نموذج لغوي يفهم السؤال، بحث هجين مع إعادة ترتيب في 2,905 مقطعًا، جواب لا يُقبل إلا باستشهاد صحيح، ثم الخريطة.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مثال حي: سؤال عن بدر. الجواب من الدرر والبخاري مع الروابط، والخريطة تنتقل إلى بدر.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أربعة عناصر: القصة على الخريطة، السور في سياقها، اسأل الخريطة، ملخص السيرة. كلها بالعربية والإنجليزية، ويمكن الاستماع إلى القصة كاملة بصوت مقروء بالإنجليزية، والنسخة العربية قيد التطوير.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 لا تستبدل كتب السيرة ولا تنافسها؛ هي باب إليها: تعرض محتواها المعتمد مرتبًا على الخريطة، وكل جواب يحيل إلى مصدره ليكمل القارئ من الكتب.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شكرًا لكم. الموقع الحي والمستودع في الشريحة.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لكنها موزعة بين كتب كثيرة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أحداث متفرقة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موزعة بين كتب السيرة والحديث، دون ترتيب واحد يراه المبتدئ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اختبارات 5–6 أكتوبر 2026، بأسئلة محدودة العدد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48 سؤالًا لها مصدر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88%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أسئلة صعبة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50 سؤالًا صعبًا، بتصحيح يدوي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docs/evaluation في مستودع المشروع، مع كل سؤال وجوابه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97.9% بمصدر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ذكر اختلاف الروايات دون ترجيح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اختبارا 60 و50 سؤالًا، مجلد docs/evaluation في المستودع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بعد التحدي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الخادم ينام عند الخمول: لا تُدفع تكلفة المعالج إلا حين يُسأل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الفهم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السجلات الجديدة من مسؤول المحتوى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رواية القصة صوتياً بالعربية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قيد التطوير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القصة كاملة مسموعة بالإنجليزية الآن، ثم العربية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الدلالي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هجين مع BM25 في 2,905 مقطعًا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التضمين 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ترتيب المقاطع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يُقدّم المقطع الصحيح حين تختلف الصياغة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معيد الترتيب 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OpenAI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المقاطع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مفتوحة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الواجهة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على Vercel، وFastAPI على معالج رسومي في Modal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بالإنجليزية الآن، والعربية قيد التطوير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تحويل النص إلى كلام (TTS)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التفاصيل: backend/README.md و docs/SOURCES_AND_LICENSES.md في المستودع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هجين في 2,905 مقطعًا ثم إعادة ترتيب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يستشهد بمقاطع المصادر، أو يمتنع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مع روابط المصادر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إلى الحدث أو تُفتح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88% في 50 سؤالًا صعبًا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rcRect t="4693" b="26599"/>
          <a:stretch>
            <a:fillRect/>
          </a:stretch>
        </p:blipFill>
        <p:spPr>
          <a:xfrm>
            <a:off x="1047750" y="666750"/>
            <a:ext cx="1619250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الجواب ومصدره، والخريطة عند الحدث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وصحيح البخاري مع روابطهما، والخريطة تنتقل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وتُروى القصة كاملة صوتياً بالإنجليزية (العربية قيد التطوير)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في أماكنها، تُروى خطوة بخطوة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ويذكرها،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مدخل إلى كتب السيرة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عنها، بل تقرّبها للمبتدئ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والبحث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موثوقة، لكنها نصوص طويلة متفرقة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نفسها، قصةً على الخريطة مع مساعد يجيب منها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عمق وتفصيل كامل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تحتاج وقتًا وخلفية لربط الأحداث بأماكنها وآياتها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للمتعلم المتقدم والباحث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يرى الحدث ومكانه وآياته، ويسأل بالعربية أو الإنجليزية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مختصر، وكل جواب يحيل إلى مصدره في الكتب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وغير المسلم والمسلم الجديد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الإتاحة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الاستخدام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نتحقق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حدثًا: العناوين والتواريخ والأماكن والنصوص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حدث برابطه؛ ونصوص الملخص حرفية يفحصها اختبار آلي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الدرر السنية: الموسوعة التاريخية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sunnah.com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94 سجلًا يربط الآيات بأحداثها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رقم حديث طوبق مع نصه (223 رقمًا)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الصحيحان وموسوعة التفسير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9820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سياق السيرة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حُذفت الروايات الضعيفة المعروفة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الرحيق المختوم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11314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 والحسن فقط؛ استُبعدت 836 رواية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للواحدي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المعتمدة وكيف نتحقق منها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يُضاف شيء من الذاكرة؛ كل معلومة تعود إلى رابطها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سجل الأدوات والتراخيص (النماذج، الخطوط، الأصوات، الخرائط): docs/SOURCES_AND_LICENSES.md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