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4" r:id="rId14"/>
    <p:sldId id="266" r:id="rId16"/>
    <p:sldId id="282" r:id="rId32"/>
    <p:sldId id="280" r:id="rId30"/>
    <p:sldId id="279" r:id="rId29"/>
    <p:sldId id="276" r:id="rId26"/>
    <p:sldId id="281" r:id="rId31"/>
    <p:sldId id="272" r:id="rId22"/>
    <p:sldId id="287" r:id="rId50"/>
    <p:sldId id="270" r:id="rId20"/>
    <p:sldId id="283" r:id="rId33"/>
    <p:sldId id="273" r:id="rId23"/>
    <p:sldId id="275" r:id="rId25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نعرض المشكلة، ثم الحل، ثم كيف يعمل الذكاء الاصطناعي، ثم الموثوقية والنتائج، ثم الفريق والخطوة التالية.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لكنها متفرقة.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خطة الاستمرار مقترحة: التكلفة الأساسية هي أسئلة النموذج اللغوي والمعالج عند الطلب فقط.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ما بقي: اختبار الفهم مع الفئة المستهدفة (معيار المسار)، واعتماد المحتوى، ولغات أخرى.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لا يُقبل إلا باستشهاد صحيح، ثم الخريطة.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الملخص، وبطاقة الشخص، والتجربة على الجوال.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السيرة، بل تقدم محتواها المعتمد في تجربة مرتبة يسأل فيها المبتدئ بلغته.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summary.png"/><Relationship Id="rId6" Type="http://schemas.openxmlformats.org/officeDocument/2006/relationships/image" Target="../media/bidaya_person.png"/><Relationship Id="rId7" Type="http://schemas.openxmlformats.org/officeDocument/2006/relationships/image" Target="../media/bidaya_phone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متفرقة ويصعب على المبتدئ ترتيبها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قصة السيرة على خريطة وخط زمني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«اسأل الخريطة» يجيب من المصادر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مصادر معتمدة، وامتناع عن الفتوى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اختبار الإجابات على الموقع الحي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الفريق والخطوة التالية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ما أُنجز، وما بقي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لكنها موزعة بين كتب كثيرة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أحداث متفرقة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موزعة بين كتب السيرة والحديث، دون ترتيب واحد يراه المبتدئ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على الموقع الحي، 5–6 أكتوبر 2026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88%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50 سؤالًا: أسماء متشابهة ومقدمات خاطئة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ذكر اختلاف الروايات دون ترجيح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100% امتناع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التوسع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لاحقًا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أخرى، وجهات التعريف بالإسلام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الخطوة التالية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أُنجز وما بقي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ما في هذا العرض يعمل الآن على الموقع الحي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مُنجز ويعمل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والقصة والبطاقات والمساعد والملخص، بالعربية والإنجليزية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مع المستفيدين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 مع غير المسلمين والمسلمين الجدد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اعتماد أحدث السجلات من مسؤول المحتوى قبل النشر الواسع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إضافة لغات بعد العربية والإنجليزية بالمصطلحات المعتمدة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الدلالي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هجين مع BM25 في 2,905 مقطعًا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التضمين 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ترتيب المقاطع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يُقدّم المقطع الصحيح حين تختلف الصياغة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معيد الترتيب 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OpenAI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المقاطع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مفتوحة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الواجهة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على Vercel، وFastAPI على معالج رسومي في Modal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التفاصيل: backend/README.md و docs/SOURCES_AND_LICENSES.md في المستودع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جملة برقم مصدرها، أو امتناع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مع روابط المصادر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إلى الحدث أو تُفتح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88% في 50 سؤالًا صعبًا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التجربة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واجهات بداية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60" name="Screenshot 1" descr="The Sirah summary on the map"/>
          <p:cNvPicPr>
            <a:picLocks noChangeAspect="1"/>
          </p:cNvPicPr>
          <p:nvPr/>
        </p:nvPicPr>
        <p:blipFill>
          <a:blip r:embed="rId5"/>
          <a:srcRect l="15278" r="15279"/>
          <a:stretch>
            <a:fillRect/>
          </a:stretch>
        </p:blipFill>
        <p:spPr>
          <a:xfrm>
            <a:off x="12077700" y="3714750"/>
            <a:ext cx="4762500" cy="4286400"/>
          </a:xfrm>
          <a:prstGeom prst="roundRect">
            <a:avLst>
              <a:gd fmla="val 5252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السيرة: 21 لحظة بنصوصها وآياتها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الشخص: نبذة موثقة وأحداثه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على الجوال: القصة والخريطة معًا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61" name="Screenshot 2" descr="A person card"/>
          <p:cNvPicPr>
            <a:picLocks noChangeAspect="1"/>
          </p:cNvPicPr>
          <p:nvPr/>
        </p:nvPicPr>
        <p:blipFill>
          <a:blip r:embed="rId6"/>
          <a:srcRect l="15278" r="15279"/>
          <a:stretch>
            <a:fillRect/>
          </a:stretch>
        </p:blipFill>
        <p:spPr>
          <a:xfrm>
            <a:off x="6743700" y="3714675"/>
            <a:ext cx="4762500" cy="4286400"/>
          </a:xfrm>
          <a:prstGeom prst="roundRect">
            <a:avLst>
              <a:gd fmla="val 5252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9262" name="Screenshot 3" descr="The Journey on a phone"/>
          <p:cNvPicPr>
            <a:picLocks noChangeAspect="1"/>
          </p:cNvPicPr>
          <p:nvPr/>
        </p:nvPicPr>
        <p:blipFill>
          <a:blip r:embed="rId7"/>
          <a:srcRect t="0" b="58410"/>
          <a:stretch>
            <a:fillRect/>
          </a:stretch>
        </p:blipFill>
        <p:spPr>
          <a:xfrm>
            <a:off x="1409700" y="3714750"/>
            <a:ext cx="4762500" cy="4286400"/>
          </a:xfrm>
          <a:prstGeom prst="roundRect">
            <a:avLst>
              <a:gd fmla="val 5252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أربعة عناصر تعمل معًا، بالعربية والإنجليزية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في أماكنها،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أم بداية؟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الذي يتعرف على الإسلام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متفرقة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ترتيب على الخريطة، والآيات منفصلة عن أحداثها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بلغته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يقتصر على ما في المصادر المعتمدة، ولا يفتي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والأماكن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رقم حديث طوبق مع نصه (223 رقمًا)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يُضاف شيء من الذاكرة؛ كل معلومة تعود إلى رابطها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