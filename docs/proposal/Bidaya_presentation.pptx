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95" r:id="rId58"/>
    <p:sldId id="296" r:id="rId59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
  <Relationship Id="rId58" Type="http://schemas.openxmlformats.org/officeDocument/2006/relationships/slide" Target="slides/slide40.xml"/>
  <Relationship Id="rId59" Type="http://schemas.openxmlformats.org/officeDocument/2006/relationships/slide" Target="slides/slide41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bidaya_logo-user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Relationship Id="rId11" Type="http://schemas.openxmlformats.org/officeDocument/2006/relationships/image" Target="../media/bidaya_logo-user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arch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flow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8" name="Bidaya logo" descr="شعار بداي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9136" y="3143937"/>
            <a:ext cx="4385864" cy="18297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15 شخصًا: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إضافة تفاصيل أخرى مثل سير الصحابة رضوان الله عليهم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لاحقًا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531" name="Bidaya logo" descr="شعار بداية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96191" y="5471946"/>
            <a:ext cx="2295619" cy="95773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خمسة عشر شخصًا يريدون تعلّم السيرة: ستة أسئلة عن الهجرة قبل استخدام بداية نحو 10 دقائق وبعده، ونزلت إجابات «لا أعرف» من 31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5.2/6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2.7؛ تحسّن 11 من 15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4.2/5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4.5/5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11/15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والأربعة الباقون لم يجرّبوه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00" name="Screenshot 1" descr="The three layers of Bidaya: data, site and assistant, with their tes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بنية بداية: البيانات والموقع والمساعد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محتوى مراجَع، وموقع يعمل حتى إن توقف الخادم، ومساعد يجيب من المصادر فقط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10" name="Screenshot 1" descr="How Ask the map answers: five steps and three possible outcom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خمس خطوات من السؤال إلى الجواب، وثلاث نتائج ممكنة؛ والجواب في نحو سبع ثوانٍ ونصف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