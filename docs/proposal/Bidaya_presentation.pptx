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17157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17157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17157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77152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77152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77152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37147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37147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37147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 من 6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محدود: أرسلنا النموذج في اليوم الأخير فقط، ولم تكن لدينا دائرة واسعة لنشره فيها. الردود في مستودع المشروع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