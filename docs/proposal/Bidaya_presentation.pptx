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92" r:id="rId55"/>
    <p:sldId id="279" r:id="rId29"/>
    <p:sldId id="276" r:id="rId26"/>
    <p:sldId id="272" r:id="rId22"/>
    <p:sldId id="287" r:id="rId50"/>
    <p:sldId id="270" r:id="rId20"/>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 Id="rId55" Type="http://schemas.openxmlformats.org/officeDocument/2006/relationships/slide" Target="slides/slide37.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وأعدنا الأسئلة الخمسين مرتين: النتيجة نفسها في 47، ومصدر مشترك في 45، والحدث نفسه على الخريطة في 40، ولا تعارض في المعلومات بين المحاولتين. التحسن مقيس على مجموعة الأسئلة الستين نفسها قبل التعديل وبعده. ونذكر الحدود: تتغير الصياغة بين المحاولات، والعربية بحروف لاتينية تُرفض أحيانًا، والحساب بين حدثين قد يخطئ بسنة.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ونقيسه بأسئلة الفصول الموجودة في بداية قبل القراءة وبعدها، دون جمع بيانات شخصية. سجلات الآيات والأشخاص كلها اعتمدها مسؤول المحتوى، وحالة مراجعة كل سجل مدوّنة في البيانات. ورواية القصة صوتياً بالعربية قيد التطوير (الإنجليزية متاحة الآن). وبعد ذلك: لغات أخرى يحتاجها المستفيدون، مثل الأردية والإندونيسية والفرنسية، بترجمات معتمدة للنصوص والمصادر، ثم توسيع الأحداث والمصادر.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الثبات: أُعيدت الأسئلة الخمسون مرتين، فجاءت النتيجة نفسها في 47 منها بلا تعارض في المعلومات. كل سؤال وجوابه، وسجل الأخطاء وإصلاحها،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الخطوات التالية</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مجاني بلا حساب،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أسئلة الفصول قبل القراءة وبعدها،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الصوت ولغات أخرى</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ذلك</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مسموعة بالعربية (قيد التطوير)، ثم لغات أخرى بترجمات معتمدة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نحو 450 سؤالًا في التطوير والاختبار كلّفت قرابة دولار واحد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التبني: رابط مجاني بلا حساب، ننشره عبر المراكز الإسلامية وبرامج المسلمين الجدد</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سعر الخادم المعلن لدى Modal في أكتوبر 2026، وتكلفة النموذج من فاتورة المشروع الفعلية لدى OpenAI</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كتاب سيرة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مساعد ذكاء اصطناعي عام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ما يحتاجه المبتدئ</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مرتب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نص بلا خريطة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على خريطة تفاعلية وخط زمني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الأحداث في أماكنها وترتيبها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بعضها داخل النص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سُئل عنها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على بطاقة الحدث، بسورتها ووجه ارتباطها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الآيات مع حدثها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نعم، دون التزام بمصادر محددة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المصادر المعتمدة، مع روابطها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جواب عن سؤاله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قد يجيب عنه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يمتنع ويحيل إلى الرئاسة العامة للإفتاء</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يطلب فتوى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طُلب منه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سؤال في نهاية كل فصل، مع نص الدرر ومصدره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التحقق من فهمه</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القيمة المضافة</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بداية مقارنة بما يجده المبتدئ اليوم</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لا تُغني عن كتب السيرة، بل تقرّبها وتحيل إليها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مقارنة بالخصائص المتاحة في كل بديل؛ أثر بداية في الفهم يُقاس في خطة الاستمرار</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