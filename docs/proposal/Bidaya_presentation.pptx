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94" r:id="rId57"/>
    <p:sldId id="276" r:id="rId26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  <Relationship Id="rId57" Type="http://schemas.openxmlformats.org/officeDocument/2006/relationships/slide" Target="slides/slide39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حدود معروفة: العربية المكتوبة بحروف لاتينية، والحساب بين حدثين، وتغيّر الصياغة بين المحاولات. كل سؤال وجوابه وسجل الأخطاء في المستودع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قريبًا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>
            <a:noFill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لحظة، وإعدادات للإتاحة: حجم النص، والتباعد، وألوان بتباين عالٍ، وخط القراءة، وتقليل الحركة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ثابتة مع الموقع، لا تحتاج خادمًا ولا نموذجًا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وُلّدت مرة واحدة؛ ولا تكلفة لكل استماع سوى نقل الملفات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 · المصادر وتراخيصها موثقة في المستودع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مصادر، وأخطأ في ثمانية أجوبة من خمسين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الأجوبة الخمسين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بنفسه عن الأسئلة الستة كلها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امتنع عن الأسئلة الستة كلها أو أحالها إلى الإفتاء وأهل العلم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نفسها بتصحيح يدوي. حدود المقارنة: نموذج واحد وتشغيل واحد؛ وأجابت بداية عن ستة وثلاثين سؤالًا فقط لأنها تمتنع حين تسكت المصادر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وبعده، ونزلت إجابات «لا أعرف» من 27 إلى 2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2.8؛ تحسّن 7 من 10 ولم يتراجع أحد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محدود، وأكثرهم قال إنه يعرف السيرة «بعض الشيء»: أرسلنا النموذج في اليوم الأخير فقط، ولم تكن لدينا دائرة واسعة لنشره. الردود في المستودع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5300000"/>
                <a:gridCol w="5000000"/>
                <a:gridCol w="2900000"/>
                <a:gridCol w="223050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قِسناه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يعمل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المرحلة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للفتوى والأسئلة الشخصية: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يصنّف السؤال ويعيد صياغته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النص الصحيح ضمن أول 5 نتائج: 100%، والبحث بالكلمات وحده 88%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بالمعنى والكلمات معًا، ويُبقي 30 نصًا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 + BM25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«متى توفي الرسول»: النص الصحيح من المرتبة 16 إلى 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يقرأ السؤال مع كل نص، ويُبقي أفضل 10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الترتيب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الامتناع عما لا مصدر له: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النصوص العشرة فقط، وكل جملة بمصدرها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7.5 ثوانٍ للجواب على الموقع الحي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على معالج رسومي، والنموذج اللغوي عبر الإنترنت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Modal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التشغيل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المنهجية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بُني المساعد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مرحلة، والمكوّن الذي يؤديها، وما قِسناه فيها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نصوص البحث 2,905: صحيح البخاري 1,579، والرحيق المختوم 602، والدرر 371، والواحدي 161، وسجلات الآيات 94، والصحابة 98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