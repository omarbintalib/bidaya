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95" r:id="rId58"/>
    <p:sldId id="296" r:id="rId59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  
  <Relationship Id="rId58" Type="http://schemas.openxmlformats.org/officeDocument/2006/relationships/slide" Target="slides/slide40.xml"/>
  <Relationship Id="rId59" Type="http://schemas.openxmlformats.org/officeDocument/2006/relationships/slide" Target="slides/slide41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diag-arch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diag-flow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حدود معروفة: العربية المكتوبة بحروف لاتينية، والحساب بين حدثين، وتغيّر الصياغة بين المحاولات. كل سؤال وجوابه وسجل الأخطاء في المستودع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إضافة تفاصيل أخرى مثل سير الصحابة رضوان الله عليهم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قريبًا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لحظة، وإعدادات للإتاحة: حجم النص، والتباعد، وألوان بتباين عالٍ، وخط القراءة، وتقليل الحركة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ثابتة مع الموقع، لا تحتاج خادمًا ولا نموذجًا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وُلّدت مرة واحدة؛ ولا تكلفة لكل استماع سوى نقل الملفات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 · المصادر وتراخيصها موثقة في المستودع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بنفسه عن الأسئلة كلها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امتنع عن الأسئلة كلها أو أحالها إلى الإفتاء وأهل العلم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وبعده، ونزلت إجابات «لا أعرف» من 27 إلى 2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2.8؛ تحسّن 7 من 10 ولم يتراجع أحد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محدود، وأكثرهم قال إنه يعرف السيرة «بعض الشيء»: أرسلنا النموذج في اليوم الأخير فقط، ولم تكن لدينا دائرة واسعة لنشره. الردود في المستودع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400" name="Screenshot 1" descr="The three layers of Bidaya: data, site and assistant, with their tes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56" y="666750"/>
            <a:ext cx="16191488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بنية بداية: البيانات والموقع والمساعد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محتوى مراجَع، وموقع يعمل حتى إن توقف الخادم، ومساعد يجيب من المصادر فقط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410" name="Screenshot 1" descr="How Ask the map answers: five steps and three possible outcom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56" y="666750"/>
            <a:ext cx="16191488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خمس خطوات من السؤال إلى الجواب، وثلاث نتائج ممكنة؛ والجواب في نحو سبع ثوانٍ ونصف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