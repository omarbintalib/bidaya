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76" r:id="rId26"/>
    <p:sldId id="272" r:id="rId22"/>
    <p:sldId id="270" r:id="rId20"/>
    <p:sldId id="293" r:id="rId56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  <Relationship Id="rId56" Type="http://schemas.openxmlformats.org/officeDocument/2006/relationships/slide" Target="slides/slide38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team-px-ai.png"/><Relationship Id="rId6" Type="http://schemas.openxmlformats.org/officeDocument/2006/relationships/image" Target="../media/bidaya_team-px-ui.png"/><Relationship Id="rId7" Type="http://schemas.openxmlformats.org/officeDocument/2006/relationships/image" Target="../media/bidaya_team-px-book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Relationship Id="rId9" Type="http://schemas.openxmlformats.org/officeDocument/2006/relationships/image" Target="../media/bidaya_icon-map.png"/><Relationship Id="rId10" Type="http://schemas.openxmlformats.org/officeDocument/2006/relationships/image" Target="../media/bidaya_icon-book.png"/><Relationship Id="rId11" Type="http://schemas.openxmlformats.org/officeDocument/2006/relationships/image" Target="../media/bidaya_icon-ai.png"/><Relationship Id="rId12" Type="http://schemas.openxmlformats.org/officeDocument/2006/relationships/image" Target="../media/bidaya_icon-audio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المبتدئ يواجه فيها أربع عقبات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171575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171575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171575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771525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47/50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771525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النتيجة نفسها عند إعادة السؤال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771525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 تعارض في المعلومات بين المحاولتين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371475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371475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371475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سؤال وجوابه، وسجل الأخطاء وإصلاحها، منشور في مستودع المشروع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صحيح، وإلا امتنع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في كل الاختبارات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للبحوث العلمية والإفتاء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والإنجليزية، مع قراءة صوتية للقصة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أوسع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التجربة الأولى مع 10 أشخاص: عدد أكبر بكثير من المستفيدين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توسيع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أحداث وآيات جديدة يعتمدها مسؤول المحتوى قبل نشرها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190" name="Screenshot 1" descr="رمز الذكاء الاصطناعي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pic>
        <p:nvPicPr>
          <p:cNvPr id="9191" name="Screenshot 2" descr="رمز الواجه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pic>
        <p:nvPicPr>
          <p:cNvPr id="9192" name="Screenshot 3" descr="رمز المحتو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الاستخدام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الخدمة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بالعربية والإنجليزية: 142 حدثًا ومقدمات الفصول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 والتراخيص كاملة في مستودع المشروع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the first revelation from Dorar and Sahih al-Bukhari, the map at the cave of Hir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بدء الوحي: جواب من الدرر السنية وصحيح البخاري مع رابطيهما، وتنتقل الخريطة إلى غار حراء مع زر للعودة إلى موضع القراءة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ملخص للسيرة في 21 لحظة وإعدادات للإتاحة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مسموعة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الأحداث ومقدمات الفصول بصوت مقروء، بالعربية والإنجليزية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en-US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المدينة إلى كل ملك على الخريطة، مع نص الحدث من الدرر ومصدره، والشخصيات فيه، وقراءته صوتيًا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القارئ الجواب أو يلمس المكان على الخريطة، ثم يرى الشرح ونص الدرر ومصدره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الصعبة نفسها بتصحيح يدوي. التفاصيل في docs/evaluation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أثر الاستخدام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تجربة مع المستفيدين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عشرة أشخاص يريدون تعلّم السيرة: ستة أسئلة عن الهجرة قبل استخدام بداية نحو 10 دقائق وبعده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5.5/6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وقبله 2.8 من 6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4.7/5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ترتيب أحداث الهجرة كان واضحًا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متوسط تقييمهم من 1 إلى 5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4.6/5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الخريطة ساعدت على الفهم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حدث وأين حدث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9/10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وجدوا جواب «اسأل الخريطة» مفيدًا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والعاشر لم يجرّبه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عدد محدود: أرسلنا النموذج في اليوم الأخير فقط، ولم تكن لدينا دائرة واسعة لنشره فيها. الردود في مستودع المشروع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