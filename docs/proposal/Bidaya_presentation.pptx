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محدود مع 10 أشخاص فقط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محدود مع 10؛ هدفنا الوصول إلى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