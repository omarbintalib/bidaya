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2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0" r:id="rId30"/>
    <p:sldId id="279" r:id="rId29"/>
    <p:sldId id="276" r:id="rId26"/>
    <p:sldId id="272" r:id="rId22"/>
    <p:sldId id="287" r:id="rId50"/>
    <p:sldId id="270" r:id="rId20"/>
    <p:sldId id="283" r:id="rId3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<Relationship Id="rId50" Type="http://schemas.openxmlformats.org/officeDocument/2006/relationships/slide" Target="slides/slide32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 كتبها طويلة ومفصّلة على من يبدأ.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المرحلة الأولى تعمل الآن على الموقع الحي، والمراحل التالية خطة مقترحة: التكلفة الأساسية هي أسئلة النموذج اللغوي والمعالج عند الطلب فقط، ورواية القصة كاملة صوتياً بالعربية قيد التطوير (الإنجليزية متاحة الآن).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التقنيات: نموذجان مفتوحان للبحث (bge-m3 ومعيد الترتيب)، ونموذج لغوي للفهم والصياغة، وتحويل النص إلى كلام لرواية القصة كاملة بالإنجليزية (العربية قيد التطوير)، وموقع وخادم مستضافان.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والإنجليزية، ويمكن الاستماع إلى القصة كاملة بصوت مقروء بالإنجليزية، والنسخة العربية قيد التطوير.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 ولا تنافسها؛ هي باب إليها: تعرض محتواها المعتمد مرتبًا على الخريطة، وكل جواب يحيل إلى مصدره ليكمل القارئ من الكتب.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كتبها طويلة على من يبدأ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اختبارات 5–6 أكتوبر 2026، بأسئلة محدودة العدد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12 سؤالًا 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49/50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بلا 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صعبة؛ وحين لا يجد مصدرًا يمتنع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6 من 6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بعد التحدي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الخادم ينام عند الخمول: لا تُدفع تكلفة المعالج إلا حين يُسأل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المستفيدين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اعتماد السجلات الجديدة من مسؤول المحتوى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كل تعديل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إعادة اختبار الأسئلة الخمسين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رواية القصة صوتياً بالعربية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قيد التطوير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القصة كاملة مسموعة بالإنجليزية الآن، ثم العربية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الدلالي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هجين مع BM25 في 2,905 مقطعًا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نموذج التضمين 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ترتيب المقاطع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يرتّب المقاطع حسب صلتها بالسؤال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معيد الترتيب 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OpenAI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المقاطع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MIT؛ والاستضافة بشروطها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الواجهة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على Vercel، وFastAPI على معالج رسومي (T4) في Modal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بالإنجليزية الآن، والعربية قيد التطوير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تحويل النص إلى كلام (TTS)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التفاصيل: backend/README.md و docs/SOURCES_AND_LICENSES.md في المستودع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يستشهد بمقاطع المصادر، أو يمتنع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49 من 50 جوابًا بلا معلومة خاطئة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وتُروى القصة كاملة صوتياً بالإنجليزية (العربية قيد التطوير)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بالترتيب على الخريطة،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مدخل إلى كتب السيرة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عنها، بل تقرّبها للمبتدئ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ومفصّلة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تحتاج وقتًا وخلفية لربط الأحداث بأماكنها وآياتها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بالعربية أو الإنجليزية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مختصر، وكل جواب يحيل إلى مصدره في الكتب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الإتاحة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الاستخدام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نتحقق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حدثًا: العناوين والتواريخ والنصوص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كل حدث برابطه؛ ونصوص الملخص حرفية يفحصها اختبار آلي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الدرر السنية: الموسوعة التاريخية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sunnah.com و dorar.net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94 سجلًا يربط الآيات بأحداثها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روجع 223 رقم حديث مع نصه، وحُذف الخطأ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الصحيحان وموسوعة التفسير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9820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سياق السيرة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حُذفت الروايات الضعيفة المعروفة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الرحيق المختوم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الشاملة 11314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في الإجابات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الصحيح والحسن فقط؛ استُبعدت 836 رواية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أسباب النزول للواحدي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المصادر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المعتمدة وكيف نتحقق منها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بيانات بداية من هذه المصادر برابطها، والمساعد يجيب من مقاطعها ويذكرها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سجل الأدوات والتراخيص (النماذج، الخطوط، الأصوات، الخرائط): docs/SOURCES_AND_LICENSES.md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