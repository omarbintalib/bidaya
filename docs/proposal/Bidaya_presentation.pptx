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79" r:id="rId29"/>
    <p:sldId id="276" r:id="rId26"/>
    <p:sldId id="272" r:id="rId22"/>
    <p:sldId id="270" r:id="rId20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كتبها طويلة على من يبدأ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100%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امتناع صحيح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12 سؤالًا عن الفتوى وما لا مصدر له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5.5/6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صحيحة بعد الاستخدام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قبله 2.8 · اختبار أولي مع 10 مستفيدين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الثبات: أُعيدت الأسئلة الخمسون مرتين، فجاءت النتيجة نفسها في 47 منها بلا تعارض في المعلومات. كل سؤال وجوابه، وسجل الأخطاء وإصلاحها، في docs/evaluation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 أو امتناع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6 من 6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والأسئلة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مجاني بلا حساب، بالعربية والإنجليزية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المستفيدين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اختبار أولي مع 10، نوسّعه مع مسلمين جدد وغير مسلمين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سجل جديد يعتمده مسؤول المحتوى قبل نشره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55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64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55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64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55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64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بالمعنى وبالكلمات معًا في 2,905 من نصوص المصادر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نتائج 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يقدّم النصوص الأقرب إلى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terms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نصوص المصادر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والخادم على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الخدمة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بالعربية والإنجليزية: 142 حدثًا ومقدمات الفصول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ElevenLabs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Details: backend/README.md · docs/SOURCES_AND_LICENSES.md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من نصوص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Badr with its sources, the map at Bad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لمساعد الذكاء الاصطناعي عن غزوة بدر: جواب من الدرر السنية والرحيق المختوم مع روابطهما، وتنتقل الخريطة إلى بدر مع زر للعودة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قراءة صوتية للقصة وإعدادات للإتاحة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ملخص السيرة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21 لحظة بنصوص الدرر، مع السؤال عن كل لحظة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حدث في مكانه مع نصه من الدرر ومصدره: هنا رسائله ﷺ من المدينة إلى الملوك، والشخصيات، وخط زمني للأحداث الـ142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الجواب أو يلمس المكان على الخريطة، ثم يرى الشرح ونص الدرر ومصدره، وتُعلَّم الفصول المُجابة في شريط الفصول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مصدر، وفي 8 من 50 خطأ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روابطها، ولا خطأ في 50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عن 6 من 6 بنفسه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يمتنع أو يحيل إلى الإفتاء وأهل العلم: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المساعد العام: Claude Haiku 4.5 بلا مصادر، على الأسئلة الخمسين الصعبة نفسها بتصحيح يدوي. التفاصيل في docs/evaluation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