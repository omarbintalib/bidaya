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ai.png"/><Relationship Id="rId6" Type="http://schemas.openxmlformats.org/officeDocument/2006/relationships/image" Target="../media/bidaya_team-map.png"/><Relationship Id="rId7" Type="http://schemas.openxmlformats.org/officeDocument/2006/relationships/image" Target="../media/bidaya_team-book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قبله 2.8 · اختبار محدود مع 10 أشخاص فقط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سؤال وجوابه، وسجل الأخطاء وإصلاحها، منشور في مستودع المشروع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بدأ باختبار محدود مع 10 أشخاص، ونهدف إلى الوصول إلى عدد أكبر بكثير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أحداث وآيات جديدة يعتمدها مسؤول المحتوى قبل نشرها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خريطة و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الاستخدام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 والتراخيص كاملة في مستودع المشروع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غزوة بدر: جواب من الدرر السنية والرحيق المختوم مع رابطيهما، وتنتقل الخريطة إلى بدر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