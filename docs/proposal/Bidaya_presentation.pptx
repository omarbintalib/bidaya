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92" r:id="rId55"/>
    <p:sldId id="279" r:id="rId29"/>
    <p:sldId id="276" r:id="rId26"/>
    <p:sldId id="272" r:id="rId22"/>
    <p:sldId id="287" r:id="rId50"/>
    <p:sldId id="270" r:id="rId20"/>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 Id="rId55"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التحسن مقيس على مجموعة الأسئلة الستين نفسها قبل التعديل وبعده. ونذكر الحدود: الأجوبة تختلف بين المحاولات، والعربية بحروف لاتينية.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ونقيسه بأسئلة الفصول الموجودة في بداية قبل القراءة وبعدها، دون جمع بيانات شخصية. سجلات الآيات والأشخاص كلها اعتمدها مسؤول المحتوى، وحالة مراجعة كل سجل مدوّنة في البيانات. ورواية القصة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حدود معروفة: تختلف صياغة الجواب ومراجعه بين محاولتين، ويُرفض أحيانًا السؤال بالعربية المكتوبة بحروف لاتينية. كل سؤال وجوابه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الخطوات التالية</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أسئلة الفصول قبل القراءة وبعدها،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0.10 دولار لكل مليون رمز مُدخل و0.50 للمُخرج: أقل من سنت للسؤال (تقدير)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ما يلزم لاستمرار بداية بعد التحدي: التكلفة، والبديل عند التعطل، والمسؤول</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الأسعار المعلنة لدى Modal و OpenAI في أكتوبر 2026، وتكلفة السؤال تقديرية</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كتاب سيرة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مساعد ذكاء اصطناعي عام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ما يحتاجه المبتدئ</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مرتب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على خريطة تفاعلية وخط زمني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الأحداث في أماكنها وترتيبها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بعضها داخل النص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سُئل عنها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على بطاقة الحدث، بسورتها ووجه ارتباطها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الآيات مع حدثها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نعم، دون التزام بمصادر محددة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المصادر المعتمدة، مع روابطها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جواب عن سؤاله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قد يجيب عنه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يمتنع ويحيل إلى الرئاسة العامة للإفتاء</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يطلب فتوى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طُلب منه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في نهاية كل فصل، مع نص الدرر ومصدره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التحقق من فهمه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القيمة المضافة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بداية مقارنة بما يجده المبتدئ اليوم</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لا تُغني عن كتب السيرة، بل تقرّبها وتحيل إليها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مقارنة بالخصائص المتاحة في كل بديل؛ أثر بداية في الفهم يُقاس في خطة الاستمرار</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