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76" r:id="rId26"/>
    <p:sldId id="272" r:id="rId22"/>
    <p:sldId id="270" r:id="rId20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المبتدئ يواجه فيها أربع عقبات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47/50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النتيجة نفسها عند إعادة السؤال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 تعارض في المعلومات بين المحاولتين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5.5/6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قبله 2.8 · اختبار محدود مع 10 أشخاص فقط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سؤال وجوابه، وسجل الأخطاء وإصلاحها، منشور في مستودع المشروع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صحيح، وإلا امتنع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في كل الاختبارات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للبحوث العلمية والإفتاء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وسجل الأسئلة محفوظان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والإنجليزية، مع قراءة صوتية للقصة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بدأ باختبار محدود مع 10 أشخاص، ونهدف إلى الوصول إلى عدد أكبر بكثير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توسيع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أحداث وآيات جديدة يعتمدها مسؤول المحتوى قبل نشرها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55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64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55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64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55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64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الاستخدام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الخدمة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بالعربية والإنجليزية: 142 حدثًا ومقدمات الفصول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التفاصيل والتراخيص كاملة في مستودع المشروع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غزوة بدر: جواب من الدرر السنية والرحيق المختوم مع رابطيهما، وتنتقل الخريطة إلى بدر مع زر للعودة إلى موضع القراءة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قراءة صوتية للقصة وإعدادات للإتاحة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21 لحظة بنصوص الدرر، مع السؤال عن كل لحظة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المدينة إلى كل ملك على الخريطة، مع نص الحدث من الدرر ومصدره، والشخصيات فيه، وقراءته صوتيًا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القارئ الجواب أو يلمس المكان على الخريطة، ثم يرى الشرح ونص الدرر ومصدره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مصدر، وفي 8 من 50 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50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عن 6 من 6 بنفسه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يمتنع أو يحيل إلى الإفتاء وأهل العلم: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الصعبة نفسها بتصحيح يدوي. التفاصيل في docs/evaluation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