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81" r:id="rId31"/>
    <p:sldId id="279" r:id="rId29"/>
    <p:sldId id="276" r:id="rId26"/>
    <p:sldId id="272" r:id="rId22"/>
    <p:sldId id="287" r:id="rId50"/>
    <p:sldId id="270" r:id="rId20"/>
    <p:sldId id="283" r:id="rId3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الاختبار: ما لم يجده في المصادر امتنع عنه. النتائج قابلة للتحقق: كل سؤال وجوابه منشور في مستودع المشروع.</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التكلفة الأساسية هي أسئلة النموذج اللغوي والمعالج عند الطلب فقط، ورواية القصة كاملة صوتياً بالعربية قيد التطوير (الإنجليزية متاحة الآن).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سؤال عن بدر. الجواب من الدرر والبخاري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والتجربة على الجوال.</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لا تستبدل كتب السيرة ولا تنافسها؛ هي باب إليها: تعرض محتواها المعتمد مرتبًا على الخريطة، وكل جواب يحيل إلى مصدره ليكمل القارئ من الكتب.</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png"/><Relationship Id="rId6" Type="http://schemas.openxmlformats.org/officeDocument/2006/relationships/image" Target="../media/bidaya_person.png"/><Relationship Id="rId7" Type="http://schemas.openxmlformats.org/officeDocument/2006/relationships/image" Target="../media/bidaya_phone.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اختبارات 5–6 أكتوبر 2026، بأسئلة محدودة العدد</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المصدر: docs/evaluation في مستودع المشروع، مع كل سؤال وجوابه</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المصدر: اختبارا 60 و50 سؤالًا، مجلد docs/evaluation في المستودع</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التشغيل بعد التحدي</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الخادم ينام عند الخمول: لا تُدفع تكلفة المعالج إلا حين يُسأل</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قياس الفهم قبل الاستخدام وبعده</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اعتماد السجلات الجديدة من مسؤول المحتوى</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رواية القصة صوتياً بالعربية</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قيد التطوير</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كاملة مسموعة بالإنجليزية الآن، ثم العربية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rcRect t="4693" b="26599"/>
          <a:stretch>
            <a:fillRect/>
          </a:stretch>
        </p:blipFill>
        <p:spPr>
          <a:xfrm>
            <a:off x="1047750" y="666750"/>
            <a:ext cx="1619250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الجواب ومصدره، والخريطة عند الحدث</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عن غزوة بدر: جواب من الدرر السنية وصحيح البخاري مع روابطهما، والخريطة تنتقل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واجهات بداية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rcRect l="15278" r="15279"/>
          <a:stretch>
            <a:fillRect/>
          </a:stretch>
        </p:blipFill>
        <p:spPr>
          <a:xfrm>
            <a:off x="12077700" y="3714750"/>
            <a:ext cx="4762500" cy="4286400"/>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نبذة موثقة وأحداثه</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على الجوال: القصة والخريطة معًا</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p:cNvPicPr>
            <a:picLocks noChangeAspect="1"/>
          </p:cNvPicPr>
          <p:nvPr/>
        </p:nvPicPr>
        <p:blipFill>
          <a:blip r:embed="rId6"/>
          <a:srcRect l="15278" r="15279"/>
          <a:stretch>
            <a:fillRect/>
          </a:stretch>
        </p:blipFill>
        <p:spPr>
          <a:xfrm>
            <a:off x="6743700" y="3714675"/>
            <a:ext cx="4762500" cy="4286400"/>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The Journey on a phone"/>
          <p:cNvPicPr>
            <a:picLocks noChangeAspect="1"/>
          </p:cNvPicPr>
          <p:nvPr/>
        </p:nvPicPr>
        <p:blipFill>
          <a:blip r:embed="rId7"/>
          <a:srcRect t="0" b="58410"/>
          <a:stretch>
            <a:fillRect/>
          </a:stretch>
        </p:blipFill>
        <p:spPr>
          <a:xfrm>
            <a:off x="1409700" y="3714750"/>
            <a:ext cx="4762500"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بالترتيب على الخريطة، تُروى خطوة بخطوة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يجيب من المصادر ويذكرها،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مدخل إلى كتب السيرة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لا تُغني عنها، بل تقرّبها للمبتدئ</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كتب السيرة والبحث</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مصادر موثوقة، لكنها نصوص طويلة ومفصّلة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بداية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المصادر نفسها، قصةً على الخريطة مع مساعد يجيب منها</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عمق وتفصيل كامل</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تحتاج وقتًا وخلفية لربط الأحداث بأماكنها وآياتها</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للمتعلم المتقدم والباحث</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يرى الحدث ومكانه وآياته، ويسأل بالعربية أو الإنجليزية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مختصر، وكل جواب يحيل إلى مصدره في الكتب</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للمبتدئ وغير المسلم والمسلم الجديد</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Hijra route, the event text and its people"/>
          <p:cNvPicPr>
            <a:picLocks noChangeAspect="1"/>
          </p:cNvPicPr>
          <p:nvPr/>
        </p:nvPicPr>
        <p:blipFill>
          <a:blip r:embed="rId4"/>
          <a:srcRect t="0" b="31292"/>
          <a:stretch>
            <a:fillRect/>
          </a:stretch>
        </p:blipFill>
        <p:spPr>
          <a:xfrm>
            <a:off x="1047750" y="666750"/>
            <a:ext cx="1619250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الهجرة خطوة بخطوة</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ومسار الهجرة على الخريطة،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rcRect t="0" b="31292"/>
          <a:stretch>
            <a:fillRect/>
          </a:stretch>
        </p:blipFill>
        <p:spPr>
          <a:xfrm>
            <a:off x="1047750" y="666750"/>
            <a:ext cx="1619250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