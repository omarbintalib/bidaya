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94" r:id="rId57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<Relationship Id="rId57" Type="http://schemas.openxmlformats.org/officeDocument/2006/relationships/slide" Target="slides/slide39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مصادر، وأخطأ في ثمانية أجوبة من خمسين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الأجوبة الخمسين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الستة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الستة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نفسها بتصحيح يدوي. حدود المقارنة: نموذج واحد وتشغيل واحد؛ وأجابت بداية عن ستة وثلاثين سؤالًا فقط لأنها تمتنع حين تسكت المصادر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600000"/>
                <a:gridCol w="4900000"/>
                <a:gridCol w="2800000"/>
                <a:gridCol w="213050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النتيجة 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ماذا يحدث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الأداة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الخطوة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أحال أسئلة الفتوى الستة، وامتنع عن الستة التي لا مصدر 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يفهم السؤال، ثم يكتب الجواب من النصوص التي وُجدت فقط مع مصدر كل جملة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 (OpenAI)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وجد النص الصحيح في أول خمس نتائج لكل أسئلة الاختبار، والبحث بالكلمات وحده لنحو تسعة من كل عشرة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يبحث بالمعنى وبالكلمات معًا، ويختار ثلاثين نصًا قريبًا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 + BM25 (MIT)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«متى توفي الرسول؟» رفع النص المناسب من المرتبة السادسة عشرة إلى الرابعة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يقرأ السؤال مع كل نص، ويُبقي أقرب عشرة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 (Apache-2.0)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النتائج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يصل الجواب في نحو سبع ثوانٍ ونصف على الموقع الحي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والبحث على خادم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 (MIT)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جاهزة مع الموقع، فلا انتظار عند الاستماع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قراءة كل الأحداث ومقدمات الفصول بالعربية والإنجليزية، مولّدة مسبقًا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المنهجية والتقنيات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بُنيت بداية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خطوة، والأداة التي تؤديها، ونتيجتها في الاختبار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بين قوسين: ترخيص الأداة أو الجهة المقدمة لها · يبحث المساعد في: صحيح البخاري، والرحيق المختوم، والدرر السنية، وأسباب النزول للواحدي، وسجلات الآيات والصحابة (2,905 نصوص)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