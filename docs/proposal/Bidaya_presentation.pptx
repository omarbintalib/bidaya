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سجلات الآيات والأشخاص كلها اعتمدها مسؤول المحتوى، وحالة مراجعة كل سجل مدوّنة في البيانات. ورواية القصة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فهم قبلي وبعدي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